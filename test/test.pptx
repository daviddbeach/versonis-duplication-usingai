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0DF7-B615-A85F-2E3F-F313AE980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5F84B-EEF5-77D4-01B1-CA7D7EBBF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0A39D-1C80-9BAA-2914-3E5731F6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FA5A7-CE69-4488-4F6E-8B48951C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A4472-443F-C775-C2CE-6CDDA8FD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5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8DA3-A99D-E36D-A5D6-49A72EF9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5EE34-EDAF-330A-AE03-D80FA29E5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BCC3-E36D-8E8D-2649-0089B324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80DB-8920-849A-07AC-0865883E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9035E-A5BD-11A9-1238-D3D3B3C5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0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2410-5F97-B6C7-1EDF-9B5B50C30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23740-33A8-24CC-9931-909826B22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EDE2E-9279-5F7D-88CE-2C0BA421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FBE97-B4BE-E4E0-979D-F7312A25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EE40A-4386-E101-5DDE-53B856F3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9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1F06-EE07-B4E6-A111-F8B5920E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EAA5-40B5-1A9B-B0A0-56FB1ACE2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BBF78-CBE0-CABF-5B29-089B0BDC6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EB14E-14C4-472D-2818-00935E8C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F7335-2039-1F4F-55F2-833A94DF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46E2B-FD89-3FA8-79E3-BB9E6342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E20C-9ED0-6B11-37C2-B8A08C5D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ACA44-CFD3-FB62-234E-872537531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2ACB3-9B9B-F2A4-A8B9-68A17925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3AFA0-F3D0-4133-99E3-BE5F2CA32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3F12C-AE7E-0AB6-57FB-3D64A32ED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2005E-D3EF-2575-0401-B5F01226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2D226-FC43-7DF5-5AAF-E2F93C67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A3D69-585C-377E-5C77-A3B432C8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D34B-A87D-DEFD-784C-CBE8D6B2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E172E-68E0-D0CA-2AC4-C80D9304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97C51-054D-D4AB-35DA-E349BAE8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A03C7-A38A-3AE5-E2CF-38D7B722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2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902CD-DB1F-7AC4-E01B-FB3EE123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5EDAEC-8CCD-0C62-BD8A-A224E538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FF041-DC30-2541-1364-EE57986A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E629-9DA9-DAE1-D599-EFD40882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3052-A212-7291-38AB-E9AA4975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28908-D2FE-4D48-2E03-9813E6B6B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3DADC-314D-19DE-386C-AEF0B091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50468-C9C3-4A0C-8FBF-A63C5891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49645-0880-5F7A-9626-54D48E78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2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C712-52C8-3252-B6FE-C7D831BB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B2F3C-5255-89DA-0F0C-F123979C7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EDDCB-29AE-6577-A9D4-B06BD421F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35488-482F-8496-604C-F1585F6A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3DF2F-3563-4784-D6BE-1335E998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A5127-B42A-C232-A180-6FF20598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7C98-7EEA-650E-749F-41F6DA09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4B401C-ACEE-8076-5B3D-4FCDDF743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E63E9-EA6A-679E-F84F-7C4D0B90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54E3-69CC-D4CE-64A8-1CA6D0F0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7856C-D1F1-CA1F-B69B-6460C6EB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3F1BF-748C-89C1-B756-0191F6A5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EC85-7D91-FF3A-03F6-E453064E3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44B5D-E5BC-C63A-E703-C8E7C00D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6289-367F-C4C4-4E31-9B82205E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2F6F-E260-BE2E-06C1-561E53E1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7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C1E24-030F-DB0C-2C1E-34142E20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36784-C895-230C-7E92-B3B310D39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6D49B-C14F-D7EC-98D1-786359F09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A63CA-F89E-F441-9990-CEBFAA70008F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E208F-4CB7-26F8-C2D5-88EF8FCC9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85D6A-578C-35E6-6CB8-737C010B6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174A7-8476-B24F-BC2B-8338B2BD4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2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3795E3-22A4-8E57-9987-599E456DA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30" y="238760"/>
            <a:ext cx="4310529" cy="6141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AAE6C9-2621-917B-BC06-92C09512670F}"/>
              </a:ext>
            </a:extLst>
          </p:cNvPr>
          <p:cNvSpPr txBox="1"/>
          <p:nvPr/>
        </p:nvSpPr>
        <p:spPr>
          <a:xfrm>
            <a:off x="5755341" y="699247"/>
            <a:ext cx="48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Social security 651 44 4231</a:t>
            </a:r>
          </a:p>
        </p:txBody>
      </p:sp>
    </p:spTree>
    <p:extLst>
      <p:ext uri="{BB962C8B-B14F-4D97-AF65-F5344CB8AC3E}">
        <p14:creationId xmlns:p14="http://schemas.microsoft.com/office/powerpoint/2010/main" val="4189936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Beach</dc:creator>
  <cp:lastModifiedBy>David Beach</cp:lastModifiedBy>
  <cp:revision>1</cp:revision>
  <dcterms:created xsi:type="dcterms:W3CDTF">2026-06-29T21:30:55Z</dcterms:created>
  <dcterms:modified xsi:type="dcterms:W3CDTF">2026-06-30T07:07:39Z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c0fa9f-f20f-4fcb-acb6-baf351b3be3d_Enabled">
    <vt:lpwstr>true</vt:lpwstr>
  </property>
  <property fmtid="{D5CDD505-2E9C-101B-9397-08002B2CF9AE}" pid="3" name="MSIP_Label_a5c0fa9f-f20f-4fcb-acb6-baf351b3be3d_SetDate">
    <vt:lpwstr>2026-06-30T04:28:36Z</vt:lpwstr>
  </property>
  <property fmtid="{D5CDD505-2E9C-101B-9397-08002B2CF9AE}" pid="4" name="MSIP_Label_a5c0fa9f-f20f-4fcb-acb6-baf351b3be3d_Method">
    <vt:lpwstr>Standard</vt:lpwstr>
  </property>
  <property fmtid="{D5CDD505-2E9C-101B-9397-08002B2CF9AE}" pid="5" name="MSIP_Label_a5c0fa9f-f20f-4fcb-acb6-baf351b3be3d_Name">
    <vt:lpwstr>Internal</vt:lpwstr>
  </property>
  <property fmtid="{D5CDD505-2E9C-101B-9397-08002B2CF9AE}" pid="6" name="MSIP_Label_a5c0fa9f-f20f-4fcb-acb6-baf351b3be3d_SiteId">
    <vt:lpwstr>debd78ee-4312-4c32-a69e-de32d14fd831</vt:lpwstr>
  </property>
  <property fmtid="{D5CDD505-2E9C-101B-9397-08002B2CF9AE}" pid="7" name="MSIP_Label_a5c0fa9f-f20f-4fcb-acb6-baf351b3be3d_ActionId">
    <vt:lpwstr>8f24d1d9-719b-4770-a930-1ceddaf71012</vt:lpwstr>
  </property>
  <property fmtid="{D5CDD505-2E9C-101B-9397-08002B2CF9AE}" pid="8" name="MSIP_Label_a5c0fa9f-f20f-4fcb-acb6-baf351b3be3d_ContentBits">
    <vt:lpwstr>0</vt:lpwstr>
  </property>
  <property fmtid="{D5CDD505-2E9C-101B-9397-08002B2CF9AE}" pid="9" name="MSIP_Label_a5c0fa9f-f20f-4fcb-acb6-baf351b3be3d_Tag">
    <vt:lpwstr>50, 3, 0, 1</vt:lpwstr>
  </property>
</Properties>
</file>